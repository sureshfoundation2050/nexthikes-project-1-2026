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sldIdLst>
    <p:sldId id="259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712D91-153C-4C88-8E5F-E4458BAC5B39}" v="8" dt="2026-07-25T07:26:43.9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eshpoonam047@gmail.com" userId="055e0c6df84b62b5" providerId="LiveId" clId="{DF07D9F7-B6AB-48DE-A39D-15B2E8F6D01E}"/>
    <pc:docChg chg="custSel addSld delSld modSld sldOrd">
      <pc:chgData name="sureshpoonam047@gmail.com" userId="055e0c6df84b62b5" providerId="LiveId" clId="{DF07D9F7-B6AB-48DE-A39D-15B2E8F6D01E}" dt="2026-07-25T07:37:34.418" v="94"/>
      <pc:docMkLst>
        <pc:docMk/>
      </pc:docMkLst>
      <pc:sldChg chg="addSp delSp modSp del mod chgLayout">
        <pc:chgData name="sureshpoonam047@gmail.com" userId="055e0c6df84b62b5" providerId="LiveId" clId="{DF07D9F7-B6AB-48DE-A39D-15B2E8F6D01E}" dt="2026-07-25T07:26:15.010" v="10" actId="2696"/>
        <pc:sldMkLst>
          <pc:docMk/>
          <pc:sldMk cId="3596457865" sldId="256"/>
        </pc:sldMkLst>
        <pc:spChg chg="mod ord">
          <ac:chgData name="sureshpoonam047@gmail.com" userId="055e0c6df84b62b5" providerId="LiveId" clId="{DF07D9F7-B6AB-48DE-A39D-15B2E8F6D01E}" dt="2026-07-25T07:21:29.298" v="9" actId="6264"/>
          <ac:spMkLst>
            <pc:docMk/>
            <pc:sldMk cId="3596457865" sldId="256"/>
            <ac:spMk id="2" creationId="{CD209A3E-CCEE-D518-F1C9-E2B5A31826CB}"/>
          </ac:spMkLst>
        </pc:spChg>
        <pc:spChg chg="mod ord">
          <ac:chgData name="sureshpoonam047@gmail.com" userId="055e0c6df84b62b5" providerId="LiveId" clId="{DF07D9F7-B6AB-48DE-A39D-15B2E8F6D01E}" dt="2026-07-25T07:21:29.298" v="9" actId="6264"/>
          <ac:spMkLst>
            <pc:docMk/>
            <pc:sldMk cId="3596457865" sldId="256"/>
            <ac:spMk id="3" creationId="{A46BB9B9-499A-22E2-E699-EDBDCF4A43B9}"/>
          </ac:spMkLst>
        </pc:spChg>
        <pc:spChg chg="add del mod">
          <ac:chgData name="sureshpoonam047@gmail.com" userId="055e0c6df84b62b5" providerId="LiveId" clId="{DF07D9F7-B6AB-48DE-A39D-15B2E8F6D01E}" dt="2026-07-25T07:21:21.542" v="8" actId="6264"/>
          <ac:spMkLst>
            <pc:docMk/>
            <pc:sldMk cId="3596457865" sldId="256"/>
            <ac:spMk id="5" creationId="{C9D63734-4149-DBFB-369D-A9BCFC04DFD0}"/>
          </ac:spMkLst>
        </pc:spChg>
        <pc:spChg chg="add del mod">
          <ac:chgData name="sureshpoonam047@gmail.com" userId="055e0c6df84b62b5" providerId="LiveId" clId="{DF07D9F7-B6AB-48DE-A39D-15B2E8F6D01E}" dt="2026-07-25T07:21:21.542" v="8" actId="6264"/>
          <ac:spMkLst>
            <pc:docMk/>
            <pc:sldMk cId="3596457865" sldId="256"/>
            <ac:spMk id="6" creationId="{AED59806-C007-2445-EF18-0C3A2EC621C3}"/>
          </ac:spMkLst>
        </pc:spChg>
        <pc:spChg chg="add del mod">
          <ac:chgData name="sureshpoonam047@gmail.com" userId="055e0c6df84b62b5" providerId="LiveId" clId="{DF07D9F7-B6AB-48DE-A39D-15B2E8F6D01E}" dt="2026-07-25T07:21:29.298" v="9" actId="6264"/>
          <ac:spMkLst>
            <pc:docMk/>
            <pc:sldMk cId="3596457865" sldId="256"/>
            <ac:spMk id="7" creationId="{A6668A51-16CA-FE8D-0E2C-F5A52887DD1B}"/>
          </ac:spMkLst>
        </pc:spChg>
        <pc:spChg chg="add del mod">
          <ac:chgData name="sureshpoonam047@gmail.com" userId="055e0c6df84b62b5" providerId="LiveId" clId="{DF07D9F7-B6AB-48DE-A39D-15B2E8F6D01E}" dt="2026-07-25T07:21:29.298" v="9" actId="6264"/>
          <ac:spMkLst>
            <pc:docMk/>
            <pc:sldMk cId="3596457865" sldId="256"/>
            <ac:spMk id="8" creationId="{D598D702-A71C-90CA-8DFC-8E949B433770}"/>
          </ac:spMkLst>
        </pc:spChg>
        <pc:picChg chg="add">
          <ac:chgData name="sureshpoonam047@gmail.com" userId="055e0c6df84b62b5" providerId="LiveId" clId="{DF07D9F7-B6AB-48DE-A39D-15B2E8F6D01E}" dt="2026-07-25T07:18:57.096" v="6"/>
          <ac:picMkLst>
            <pc:docMk/>
            <pc:sldMk cId="3596457865" sldId="256"/>
            <ac:picMk id="4" creationId="{B59F0FB5-FC03-B5A0-13A7-E67B287463CD}"/>
          </ac:picMkLst>
        </pc:picChg>
      </pc:sldChg>
      <pc:sldChg chg="addSp modSp mod">
        <pc:chgData name="sureshpoonam047@gmail.com" userId="055e0c6df84b62b5" providerId="LiveId" clId="{DF07D9F7-B6AB-48DE-A39D-15B2E8F6D01E}" dt="2026-07-25T07:10:46.244" v="2" actId="14100"/>
        <pc:sldMkLst>
          <pc:docMk/>
          <pc:sldMk cId="1157582171" sldId="257"/>
        </pc:sldMkLst>
        <pc:picChg chg="add mod">
          <ac:chgData name="sureshpoonam047@gmail.com" userId="055e0c6df84b62b5" providerId="LiveId" clId="{DF07D9F7-B6AB-48DE-A39D-15B2E8F6D01E}" dt="2026-07-25T07:10:46.244" v="2" actId="14100"/>
          <ac:picMkLst>
            <pc:docMk/>
            <pc:sldMk cId="1157582171" sldId="257"/>
            <ac:picMk id="2" creationId="{5A7C092B-4283-3E16-1A87-0B4A4896E50D}"/>
          </ac:picMkLst>
        </pc:picChg>
      </pc:sldChg>
      <pc:sldChg chg="addSp delSp new mod">
        <pc:chgData name="sureshpoonam047@gmail.com" userId="055e0c6df84b62b5" providerId="LiveId" clId="{DF07D9F7-B6AB-48DE-A39D-15B2E8F6D01E}" dt="2026-07-25T07:30:08.916" v="12" actId="478"/>
        <pc:sldMkLst>
          <pc:docMk/>
          <pc:sldMk cId="3362086825" sldId="258"/>
        </pc:sldMkLst>
        <pc:picChg chg="add">
          <ac:chgData name="sureshpoonam047@gmail.com" userId="055e0c6df84b62b5" providerId="LiveId" clId="{DF07D9F7-B6AB-48DE-A39D-15B2E8F6D01E}" dt="2026-07-25T07:19:40.051" v="7"/>
          <ac:picMkLst>
            <pc:docMk/>
            <pc:sldMk cId="3362086825" sldId="258"/>
            <ac:picMk id="2" creationId="{2400CED0-E70B-E5E8-B7FF-C4C4C6F0C4D0}"/>
          </ac:picMkLst>
        </pc:picChg>
        <pc:picChg chg="add del">
          <ac:chgData name="sureshpoonam047@gmail.com" userId="055e0c6df84b62b5" providerId="LiveId" clId="{DF07D9F7-B6AB-48DE-A39D-15B2E8F6D01E}" dt="2026-07-25T07:30:08.916" v="12" actId="478"/>
          <ac:picMkLst>
            <pc:docMk/>
            <pc:sldMk cId="3362086825" sldId="258"/>
            <ac:picMk id="3" creationId="{5ED7F2D8-F7EF-1273-8080-4DD8E7A64FA7}"/>
          </ac:picMkLst>
        </pc:picChg>
      </pc:sldChg>
      <pc:sldChg chg="modSp new mod ord">
        <pc:chgData name="sureshpoonam047@gmail.com" userId="055e0c6df84b62b5" providerId="LiveId" clId="{DF07D9F7-B6AB-48DE-A39D-15B2E8F6D01E}" dt="2026-07-25T07:37:34.418" v="94"/>
        <pc:sldMkLst>
          <pc:docMk/>
          <pc:sldMk cId="2592742652" sldId="259"/>
        </pc:sldMkLst>
        <pc:spChg chg="mod">
          <ac:chgData name="sureshpoonam047@gmail.com" userId="055e0c6df84b62b5" providerId="LiveId" clId="{DF07D9F7-B6AB-48DE-A39D-15B2E8F6D01E}" dt="2026-07-25T07:34:29.174" v="61" actId="20577"/>
          <ac:spMkLst>
            <pc:docMk/>
            <pc:sldMk cId="2592742652" sldId="259"/>
            <ac:spMk id="2" creationId="{EAA03B3F-2970-6DBE-86E9-F93DA1B9ABAB}"/>
          </ac:spMkLst>
        </pc:spChg>
        <pc:spChg chg="mod">
          <ac:chgData name="sureshpoonam047@gmail.com" userId="055e0c6df84b62b5" providerId="LiveId" clId="{DF07D9F7-B6AB-48DE-A39D-15B2E8F6D01E}" dt="2026-07-25T07:35:25.214" v="92" actId="20577"/>
          <ac:spMkLst>
            <pc:docMk/>
            <pc:sldMk cId="2592742652" sldId="259"/>
            <ac:spMk id="3" creationId="{9FC6FE79-0B8A-45E7-60AD-D5715939BB3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0A3E7-97D7-4DB0-A53D-166F82C512F1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B1F22-0372-47DD-8861-C9EE35FCE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544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0A3E7-97D7-4DB0-A53D-166F82C512F1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B1F22-0372-47DD-8861-C9EE35FCE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875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0A3E7-97D7-4DB0-A53D-166F82C512F1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B1F22-0372-47DD-8861-C9EE35FCE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114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0A3E7-97D7-4DB0-A53D-166F82C512F1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B1F22-0372-47DD-8861-C9EE35FCE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032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0A3E7-97D7-4DB0-A53D-166F82C512F1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B1F22-0372-47DD-8861-C9EE35FCE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7070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0A3E7-97D7-4DB0-A53D-166F82C512F1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B1F22-0372-47DD-8861-C9EE35FCE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642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0A3E7-97D7-4DB0-A53D-166F82C512F1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B1F22-0372-47DD-8861-C9EE35FCE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513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0A3E7-97D7-4DB0-A53D-166F82C512F1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B1F22-0372-47DD-8861-C9EE35FCE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9616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0A3E7-97D7-4DB0-A53D-166F82C512F1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B1F22-0372-47DD-8861-C9EE35FCE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783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0A3E7-97D7-4DB0-A53D-166F82C512F1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B1F22-0372-47DD-8861-C9EE35FCE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709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0A3E7-97D7-4DB0-A53D-166F82C512F1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B1F22-0372-47DD-8861-C9EE35FCE3D3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1673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0A3E7-97D7-4DB0-A53D-166F82C512F1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B1F22-0372-47DD-8861-C9EE35FCE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26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0A3E7-97D7-4DB0-A53D-166F82C512F1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B1F22-0372-47DD-8861-C9EE35FCE3D3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566927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0A3E7-97D7-4DB0-A53D-166F82C512F1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B1F22-0372-47DD-8861-C9EE35FCE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2721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0A3E7-97D7-4DB0-A53D-166F82C512F1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B1F22-0372-47DD-8861-C9EE35FCE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58978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0A3E7-97D7-4DB0-A53D-166F82C512F1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B1F22-0372-47DD-8861-C9EE35FCE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153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A0A3E7-97D7-4DB0-A53D-166F82C512F1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62B1F22-0372-47DD-8861-C9EE35FCE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7939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03B3F-2970-6DBE-86E9-F93DA1B9AB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/>
              <a:t>NextHikes</a:t>
            </a:r>
            <a:r>
              <a:rPr lang="en-IN" dirty="0"/>
              <a:t> Bike Rentals Analysis Report 2026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C6FE79-0B8A-45E7-60AD-D5715939BB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Prepared By : Suresh Kumar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2742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A7C092B-4283-3E16-1A87-0B4A4896E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65269" y="-1"/>
            <a:ext cx="16857269" cy="704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582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400CED0-E70B-E5E8-B7FF-C4C4C6F0C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396" y="0"/>
            <a:ext cx="96192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08682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85</TotalTime>
  <Words>11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Trebuchet MS</vt:lpstr>
      <vt:lpstr>Wingdings 3</vt:lpstr>
      <vt:lpstr>Facet</vt:lpstr>
      <vt:lpstr>NextHikes Bike Rentals Analysis Report 2026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sureshpoonam047@gmail.com</dc:creator>
  <cp:lastModifiedBy>sureshpoonam047@gmail.com</cp:lastModifiedBy>
  <cp:revision>1</cp:revision>
  <dcterms:created xsi:type="dcterms:W3CDTF">2026-07-25T06:12:43Z</dcterms:created>
  <dcterms:modified xsi:type="dcterms:W3CDTF">2026-07-25T07:37:45Z</dcterms:modified>
</cp:coreProperties>
</file>