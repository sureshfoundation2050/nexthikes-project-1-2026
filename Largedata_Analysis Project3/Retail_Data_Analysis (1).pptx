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51960"/>
            <a:ext cx="12188952" cy="2606040"/>
          </a:xfrm>
          <a:prstGeom prst="rect">
            <a:avLst/>
          </a:prstGeom>
          <a:solidFill>
            <a:srgbClr val="2417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SALES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060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 Analysis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 •  Bivariate  •  Multivariate Analysis of 100,000 Orders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7E8D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7E8D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5087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/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7E8D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5087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52560" y="13716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E7E8D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0" y="15087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order record contains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657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age, gender, city, state, segment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category, sub-category, price, quantity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discount %, final price, payment, shipping, delivery days, return status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06240" y="521208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062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863840" y="5212080"/>
            <a:ext cx="457200" cy="457200"/>
          </a:xfrm>
          <a:prstGeom prst="ellipse">
            <a:avLst/>
          </a:prstGeom>
          <a:solidFill>
            <a:srgbClr val="2B1D1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8638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5212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498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Age Distribution</a:t>
            </a:r>
            <a:endParaRPr lang="en-US" sz="2400" dirty="0"/>
          </a:p>
        </p:txBody>
      </p:sp>
      <p:pic>
        <p:nvPicPr>
          <p:cNvPr id="6" name="Image 0" descr="charts/1a_age_histo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548640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7E8D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46520" y="178308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range from 18 to 65, roughly evenly spread across the range.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age group dominates — bar heights stay close to ~4,000-4,200 orders throughout.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flat, uniform shape (unlike a typical bell curve) suggests the customer base is synthetically balanced across ages rather than skewed toward any generation.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 |  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498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Order Price Distribution</a:t>
            </a:r>
            <a:endParaRPr lang="en-US" sz="2400" dirty="0"/>
          </a:p>
        </p:txBody>
      </p:sp>
      <p:pic>
        <p:nvPicPr>
          <p:cNvPr id="6" name="Image 0" descr="charts/1b_price_histo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08760"/>
            <a:ext cx="548640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7E8D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178308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values (final_price) range from under ₹500 to nearly ₹240,000.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is right-skewed — most orders cluster at lower values with a long tail of high-value orders.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order value is about ₹64,166, noticeably higher than the median (~₹49,752), confirming the skew.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 |  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498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 by Product Category</a:t>
            </a:r>
            <a:endParaRPr lang="en-US" sz="2400" dirty="0"/>
          </a:p>
        </p:txBody>
      </p:sp>
      <p:pic>
        <p:nvPicPr>
          <p:cNvPr id="6" name="Image 0" descr="charts/1c_category_countp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548640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7E8D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46520" y="178308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categories (Health, Home &amp; Kitchen, Fashion, Grocery, Electronics, Beauty) receive a near-identical share of orders.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range narrowly from ~16,513 (Beauty) to ~16,858 (Health) — about a 2% spread.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category dominates demand; catalog exposure appears evenly engineered across the store.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 |  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498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Share</a:t>
            </a:r>
            <a:endParaRPr lang="en-US" sz="2400" dirty="0"/>
          </a:p>
        </p:txBody>
      </p:sp>
      <p:pic>
        <p:nvPicPr>
          <p:cNvPr id="6" name="Image 0" descr="charts/1d_segment_pie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08760"/>
            <a:ext cx="548640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7E8D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178308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split almost exactly into thirds: New (33.5%), Regular (33.4%), Premium (33.2%).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dominant segment — the customer base is deliberately balanced, not naturally skewed toward one loyalty tier.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even split is a useful baseline before checking whether segments behave differently in spending (bivariate analysis, next).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 |  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498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Order Value by Category</a:t>
            </a:r>
            <a:endParaRPr lang="en-US" sz="2400" dirty="0"/>
          </a:p>
        </p:txBody>
      </p:sp>
      <p:pic>
        <p:nvPicPr>
          <p:cNvPr id="6" name="Image 0" descr="charts/2a_category_vs_pr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548640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7E8D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46520" y="178308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final price is nearly flat across categories — from ₹63,687 (Health) to ₹64,840 (Home &amp; Kitchen).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highest and lowest category average is under 2%.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many real retail datasets, product category alone doesn't drive order value here — other factors (price, quantity) matter more.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 |  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498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 % vs Final Price</a:t>
            </a:r>
            <a:endParaRPr lang="en-US" sz="2400" dirty="0"/>
          </a:p>
        </p:txBody>
      </p:sp>
      <p:pic>
        <p:nvPicPr>
          <p:cNvPr id="6" name="Image 0" descr="charts/2b_discount_vs_pr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08760"/>
            <a:ext cx="548640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7E8D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178308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shows a wide, cloud-like spread — no tight linear pattern.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coefficient is only -0.14, a weak negative relationship: higher discounts modestly pull final price down, as expected.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wide spread confirms product price and quantity (not discount) are the real drivers of what a customer ultimately pays.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 |  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498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by Payment Method</a:t>
            </a:r>
            <a:endParaRPr lang="en-US" sz="2400" dirty="0"/>
          </a:p>
        </p:txBody>
      </p:sp>
      <p:pic>
        <p:nvPicPr>
          <p:cNvPr id="6" name="Image 0" descr="charts/2c_payment_vs_retur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548640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7E8D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46520" y="178308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return rate across all orders is 14.8%.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 barely varies by payment method: UPI (15.0%), Cash on Delivery (14.9%), Debit Card (14.7%), Credit Card (14.6%).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shows no meaningful influence on whether an order gets returned.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 |  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2B1D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498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 — Numeric Features</a:t>
            </a:r>
            <a:endParaRPr lang="en-US" sz="2400" dirty="0"/>
          </a:p>
        </p:txBody>
      </p:sp>
      <p:pic>
        <p:nvPicPr>
          <p:cNvPr id="6" name="Image 0" descr="charts/3a_correla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508760"/>
            <a:ext cx="548640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7E8D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178308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correlates strongly with product_price (0.73) and quantity (0.58) — expected, since final price is derived from both.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has a weak negative correlation with discount_percentage (-0.14).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delivery_days show virtually no correlation (~0.00) with any other numeric field — they behave independently in this dataset.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 |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2B1D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498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1D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— Reducing 6 Features to 2 Dimensions</a:t>
            </a:r>
            <a:endParaRPr lang="en-US" sz="2400" dirty="0"/>
          </a:p>
        </p:txBody>
      </p:sp>
      <p:pic>
        <p:nvPicPr>
          <p:cNvPr id="6" name="Image 0" descr="charts/3b_pca_scat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5486400" cy="47091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508760"/>
            <a:ext cx="5486400" cy="4709160"/>
          </a:xfrm>
          <a:prstGeom prst="roundRect">
            <a:avLst>
              <a:gd name="adj" fmla="val 1553"/>
            </a:avLst>
          </a:prstGeom>
          <a:solidFill>
            <a:srgbClr val="E7E8D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46520" y="1783080"/>
            <a:ext cx="48463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compresses age, price, quantity, discount, final price, and delivery days into 2 components.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PC1 and PC2 explain about 49% of total variance (32.4% + 16.8%) — a moderate summary, not a full picture.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1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colored by customer segment (New / Regular / Premium) overlap heavily — segments are not visually separable from these numeric features alone.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 Analysis  |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24171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16002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Balanced Data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05740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Ages, categories, and segments are all evenly distributed — this dataset is engineered, not organically skewed.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24171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83680" y="16002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Drives Price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05740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final_price is explained mainly by product_price and quantity, not by discount or customer traits.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24171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40233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Behavioral Signals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48056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method, category, and age show almost no relationship with returns or spend.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384048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24171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83680" y="40233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Confirms It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448056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combining all numeric features, customer segments don't separate — segment likely depends on non-numeric factors.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51960"/>
            <a:ext cx="12188952" cy="2606040"/>
          </a:xfrm>
          <a:prstGeom prst="rect">
            <a:avLst/>
          </a:prstGeom>
          <a:solidFill>
            <a:srgbClr val="24171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868680" y="3063240"/>
            <a:ext cx="1280160" cy="54864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4617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937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Suresh Kumar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486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2026-09-01T16:34:56Z</dcterms:created>
  <dcterms:modified xsi:type="dcterms:W3CDTF">2026-09-01T16:34:56Z</dcterms:modified>
</cp:coreProperties>
</file>